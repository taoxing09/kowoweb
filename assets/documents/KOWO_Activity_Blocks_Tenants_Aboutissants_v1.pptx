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pic>
        <p:nvPicPr>
          <p:cNvPr id="3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58368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1328" y="786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KOWO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19659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</a:rPr>
              <a:t>Activity Blocks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</a:rPr>
              <a:t>Tenants et aboutissants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713232" y="38404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E8DF"/>
                </a:solidFill>
              </a:rPr>
              <a:t>Définition des blocs d’activité KOWO pour banques, microfinances, PSP et institutions.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13232" y="59984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FFD3"/>
                </a:solidFill>
              </a:rPr>
              <a:t>The trusted infrastructure for community finance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93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2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KOWO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932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23"/>
                </a:solidFill>
              </a:rPr>
              <a:t>VUE D’ENSEMBLE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4360" y="11521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E1712"/>
                </a:solidFill>
              </a:rPr>
              <a:t>La logique : une infrastructure, plusieurs activités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75688"/>
            <a:ext cx="54864" cy="83210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Finalité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87552" y="2569464"/>
            <a:ext cx="2880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Aider des communautés à organiser, gérer et sécuriser leur argent ensemble.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8745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075688"/>
            <a:ext cx="54864" cy="83210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659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Rôle KOWO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36592" y="2569464"/>
            <a:ext cx="2880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Logiciel, règles, expérience, historique, API, notifications et documentation.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38160" y="187452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02752" y="2075688"/>
            <a:ext cx="54864" cy="832104"/>
          </a:xfrm>
          <a:prstGeom prst="rect">
            <a:avLst/>
          </a:prstGeom>
          <a:solidFill>
            <a:srgbClr val="1C563E"/>
          </a:solidFill>
          <a:ln w="12700">
            <a:solidFill>
              <a:srgbClr val="1C56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Rôle partenaires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85632" y="2569464"/>
            <a:ext cx="2880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Comptes, wallets, détention des fonds, paiements, conformité réglementaire.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3657600"/>
            <a:ext cx="2194560" cy="1280160"/>
          </a:xfrm>
          <a:prstGeom prst="roundRect">
            <a:avLst>
              <a:gd name="adj" fmla="val 8571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3858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2B"/>
                </a:solidFill>
              </a:rPr>
              <a:t>6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868680" y="44805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66E"/>
                </a:solidFill>
              </a:rPr>
              <a:t>blocs d’activité à cadrer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154680" y="3657600"/>
            <a:ext cx="2194560" cy="1280160"/>
          </a:xfrm>
          <a:prstGeom prst="roundRect">
            <a:avLst>
              <a:gd name="adj" fmla="val 8571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83280" y="3858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2B"/>
                </a:solidFill>
              </a:rPr>
              <a:t>0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3383280" y="44805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66E"/>
                </a:solidFill>
              </a:rPr>
              <a:t>fonds utilisateur détenu par KOWO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669280" y="3657600"/>
            <a:ext cx="2194560" cy="1280160"/>
          </a:xfrm>
          <a:prstGeom prst="roundRect">
            <a:avLst>
              <a:gd name="adj" fmla="val 8571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97880" y="3858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2B"/>
                </a:solidFill>
              </a:rPr>
              <a:t>1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5897880" y="44805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66E"/>
                </a:solidFill>
              </a:rPr>
              <a:t>règle : partner-first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183880" y="3657600"/>
            <a:ext cx="2194560" cy="1280160"/>
          </a:xfrm>
          <a:prstGeom prst="roundRect">
            <a:avLst>
              <a:gd name="adj" fmla="val 8571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12480" y="38587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2B"/>
                </a:solidFill>
              </a:rPr>
              <a:t>100%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8412480" y="44805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8766E"/>
                </a:solidFill>
              </a:rPr>
              <a:t>traçabilité par design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287000" y="6355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28B"/>
                </a:solidFill>
              </a:rPr>
              <a:t>KOWO •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93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2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KOWO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932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23"/>
                </a:solidFill>
              </a:rPr>
              <a:t>BLOC 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4360" y="11521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E1712"/>
                </a:solidFill>
              </a:rPr>
              <a:t>Community Funds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75688"/>
            <a:ext cx="54864" cy="151790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Aboutissant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87552" y="2569464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Caisses familiales, contributions collectives et objectifs communs.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8745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075688"/>
            <a:ext cx="54864" cy="151790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659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Rôle de KOWO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36592" y="2569464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Le bloc permet de créer une caisse, définir les membres, suivre les contributions, afficher l’historique et gérer les règles internes.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38160" y="18745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02752" y="2075688"/>
            <a:ext cx="54864" cy="1517904"/>
          </a:xfrm>
          <a:prstGeom prst="rect">
            <a:avLst/>
          </a:prstGeom>
          <a:solidFill>
            <a:srgbClr val="1C563E"/>
          </a:solidFill>
          <a:ln w="12700">
            <a:solidFill>
              <a:srgbClr val="1C56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Partenaire requis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85632" y="2569464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Partner required : wallet ou compte utilisateur porté par l’institution.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97280" y="43434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261872" y="4544568"/>
            <a:ext cx="54864" cy="51206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44752" y="4599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Limite claire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44752" y="5038344"/>
            <a:ext cx="406908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KOWO ne se positionne pas comme banque, PSP, microfinance, gestionnaire de fonds ou conseiller en investissement.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92240" y="43434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656832" y="4544568"/>
            <a:ext cx="54864" cy="51206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39712" y="4599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Garde-fou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39712" y="5038344"/>
            <a:ext cx="406908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Les responsabilités doivent être contractualisées avant lancement réel des flux financiers.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287000" y="6355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28B"/>
                </a:solidFill>
              </a:rPr>
              <a:t>KOWO •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93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2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KOWO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932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23"/>
                </a:solidFill>
              </a:rPr>
              <a:t>BLOC 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4360" y="11521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E1712"/>
                </a:solidFill>
              </a:rPr>
              <a:t>Projects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75688"/>
            <a:ext cx="54864" cy="151790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Aboutissant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87552" y="2569464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Projets collaboratifs financés par une communauté.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8745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075688"/>
            <a:ext cx="54864" cy="151790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659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Rôle de KOWO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36592" y="2569464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Objectifs, jalons, votes, preuves de réalisation et décaissements conditionnés selon le cadre contractuel.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38160" y="18745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02752" y="2075688"/>
            <a:ext cx="54864" cy="1517904"/>
          </a:xfrm>
          <a:prstGeom prst="rect">
            <a:avLst/>
          </a:prstGeom>
          <a:solidFill>
            <a:srgbClr val="1C563E"/>
          </a:solidFill>
          <a:ln w="12700">
            <a:solidFill>
              <a:srgbClr val="1C56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Partenaire requis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85632" y="2569464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Partner required : PSP ou institution pour encaissement et décaissement.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97280" y="43434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261872" y="4544568"/>
            <a:ext cx="54864" cy="51206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44752" y="4599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Limite claire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44752" y="5038344"/>
            <a:ext cx="406908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KOWO ne se positionne pas comme banque, PSP, microfinance, gestionnaire de fonds ou conseiller en investissement.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92240" y="43434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656832" y="4544568"/>
            <a:ext cx="54864" cy="51206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39712" y="4599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Garde-fou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39712" y="5038344"/>
            <a:ext cx="406908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Les responsabilités doivent être contractualisées avant lancement réel des flux financiers.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287000" y="6355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28B"/>
                </a:solidFill>
              </a:rPr>
              <a:t>KOWO •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93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2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KOWO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932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23"/>
                </a:solidFill>
              </a:rPr>
              <a:t>BLOC 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4360" y="11521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E1712"/>
                </a:solidFill>
              </a:rPr>
              <a:t>Associations &amp; Cooperatives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75688"/>
            <a:ext cx="54864" cy="151790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Aboutissant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87552" y="2569464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Cotisations, trésorerie et reporting communautaire.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8745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075688"/>
            <a:ext cx="54864" cy="151790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659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Rôle de KOWO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36592" y="2569464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Outils pour gérer adhésions, cotisations, dépenses, contributions et gouvernance.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38160" y="18745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02752" y="2075688"/>
            <a:ext cx="54864" cy="1517904"/>
          </a:xfrm>
          <a:prstGeom prst="rect">
            <a:avLst/>
          </a:prstGeom>
          <a:solidFill>
            <a:srgbClr val="1C563E"/>
          </a:solidFill>
          <a:ln w="12700">
            <a:solidFill>
              <a:srgbClr val="1C56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Partenaire requis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85632" y="2569464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Partner required : compte ou wallet institutionnel.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97280" y="43434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261872" y="4544568"/>
            <a:ext cx="54864" cy="51206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44752" y="4599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Limite claire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44752" y="5038344"/>
            <a:ext cx="406908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KOWO ne se positionne pas comme banque, PSP, microfinance, gestionnaire de fonds ou conseiller en investissement.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92240" y="43434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656832" y="4544568"/>
            <a:ext cx="54864" cy="51206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39712" y="4599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Garde-fou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39712" y="5038344"/>
            <a:ext cx="406908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Les responsabilités doivent être contractualisées avant lancement réel des flux financiers.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287000" y="6355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28B"/>
                </a:solidFill>
              </a:rPr>
              <a:t>KOWO •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93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2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KOWO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932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23"/>
                </a:solidFill>
              </a:rPr>
              <a:t>BLOC 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4360" y="11521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E1712"/>
                </a:solidFill>
              </a:rPr>
              <a:t>Investment Clubs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75688"/>
            <a:ext cx="54864" cy="151790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Aboutissant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87552" y="2569464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Organisation et gouvernance de clubs.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8745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075688"/>
            <a:ext cx="54864" cy="151790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659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Rôle de KOWO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36592" y="2569464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KOWO peut organiser les décisions, le reporting et les règles, sans fournir de conseil ou gestion d’actifs.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38160" y="18745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02752" y="2075688"/>
            <a:ext cx="54864" cy="1517904"/>
          </a:xfrm>
          <a:prstGeom prst="rect">
            <a:avLst/>
          </a:prstGeom>
          <a:solidFill>
            <a:srgbClr val="1C563E"/>
          </a:solidFill>
          <a:ln w="12700">
            <a:solidFill>
              <a:srgbClr val="1C56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Partenaire requis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85632" y="2569464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Partner required : SGI, banque ou acteur habilité pour toute exécution réelle.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97280" y="43434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261872" y="4544568"/>
            <a:ext cx="54864" cy="51206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44752" y="4599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Limite claire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44752" y="5038344"/>
            <a:ext cx="406908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KOWO ne se positionne pas comme banque, PSP, microfinance, gestionnaire de fonds ou conseiller en investissement.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92240" y="43434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656832" y="4544568"/>
            <a:ext cx="54864" cy="51206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39712" y="4599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Garde-fou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39712" y="5038344"/>
            <a:ext cx="406908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Les responsabilités doivent être contractualisées avant lancement réel des flux financiers.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287000" y="6355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28B"/>
                </a:solidFill>
              </a:rPr>
              <a:t>KOWO •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93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2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KOWO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932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23"/>
                </a:solidFill>
              </a:rPr>
              <a:t>BLOC 5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4360" y="11521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E1712"/>
                </a:solidFill>
              </a:rPr>
              <a:t>Education &amp; Simulation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75688"/>
            <a:ext cx="54864" cy="151790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Aboutissant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87552" y="2569464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Apprentissage et simulation sans argent réel.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8745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075688"/>
            <a:ext cx="54864" cy="151790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659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Rôle de KOWO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36592" y="2569464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Contenus, simulateurs, scénarios pédagogiques et initiation à la culture financière.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38160" y="18745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02752" y="2075688"/>
            <a:ext cx="54864" cy="1517904"/>
          </a:xfrm>
          <a:prstGeom prst="rect">
            <a:avLst/>
          </a:prstGeom>
          <a:solidFill>
            <a:srgbClr val="1C563E"/>
          </a:solidFill>
          <a:ln w="12700">
            <a:solidFill>
              <a:srgbClr val="1C56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Partenaire requis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85632" y="2569464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Partner required : aucun pour la simulation, partenaire habilité pour toute offre réelle.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97280" y="43434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261872" y="4544568"/>
            <a:ext cx="54864" cy="51206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44752" y="4599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Limite claire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44752" y="5038344"/>
            <a:ext cx="406908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KOWO ne se positionne pas comme banque, PSP, microfinance, gestionnaire de fonds ou conseiller en investissement.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92240" y="43434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656832" y="4544568"/>
            <a:ext cx="54864" cy="51206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39712" y="4599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Garde-fou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39712" y="5038344"/>
            <a:ext cx="406908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Les responsabilités doivent être contractualisées avant lancement réel des flux financiers.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287000" y="6355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28B"/>
                </a:solidFill>
              </a:rPr>
              <a:t>KOWO •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393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2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KOWO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94360" y="932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C323"/>
                </a:solidFill>
              </a:rPr>
              <a:t>BLOC 6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94360" y="11521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E1712"/>
                </a:solidFill>
              </a:rPr>
              <a:t>Partner Infrastructure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75688"/>
            <a:ext cx="54864" cy="151790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Aboutissant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87552" y="2569464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Interfaces pour banques, microfinances, PSP et EME.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8745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075688"/>
            <a:ext cx="54864" cy="151790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3659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Rôle de KOWO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36592" y="2569464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Architecture API, règles, webhooks, reporting et documents pour intégration.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138160" y="18745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02752" y="2075688"/>
            <a:ext cx="54864" cy="1517904"/>
          </a:xfrm>
          <a:prstGeom prst="rect">
            <a:avLst/>
          </a:prstGeom>
          <a:solidFill>
            <a:srgbClr val="1C563E"/>
          </a:solidFill>
          <a:ln w="12700">
            <a:solidFill>
              <a:srgbClr val="1C56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85632" y="21305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Partenaire requis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85632" y="2569464"/>
            <a:ext cx="2880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Partner required : selon les services portés.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97280" y="43434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261872" y="4544568"/>
            <a:ext cx="54864" cy="512064"/>
          </a:xfrm>
          <a:prstGeom prst="rect">
            <a:avLst/>
          </a:prstGeom>
          <a:solidFill>
            <a:srgbClr val="123B2B"/>
          </a:solidFill>
          <a:ln w="12700">
            <a:solidFill>
              <a:srgbClr val="123B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44752" y="4599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Limite claire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44752" y="5038344"/>
            <a:ext cx="406908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KOWO ne se positionne pas comme banque, PSP, microfinance, gestionnaire de fonds ou conseiller en investissement.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92240" y="4343400"/>
            <a:ext cx="4572000" cy="914400"/>
          </a:xfrm>
          <a:prstGeom prst="roundRect">
            <a:avLst>
              <a:gd name="adj" fmla="val 10000"/>
            </a:avLst>
          </a:prstGeom>
          <a:solidFill>
            <a:srgbClr val="FFFDF8"/>
          </a:solidFill>
          <a:ln w="12700">
            <a:solidFill>
              <a:srgbClr val="E3DDD1"/>
            </a:solidFill>
            <a:prstDash val="solid"/>
          </a:ln>
          <a:effectLst>
            <a:outerShdw sx="100000" sy="100000" kx="0" ky="0" algn="bl" rotWithShape="0" blurRad="25400" dist="50800" dir="2700000">
              <a:srgbClr val="B4A986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656832" y="4544568"/>
            <a:ext cx="54864" cy="512064"/>
          </a:xfrm>
          <a:prstGeom prst="rect">
            <a:avLst/>
          </a:prstGeom>
          <a:solidFill>
            <a:srgbClr val="FFC323"/>
          </a:solidFill>
          <a:ln w="12700">
            <a:solidFill>
              <a:srgbClr val="FFC32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39712" y="4599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3B2B"/>
                </a:solidFill>
              </a:rPr>
              <a:t>Garde-fou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39712" y="5038344"/>
            <a:ext cx="4069080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766E"/>
                </a:solidFill>
              </a:rPr>
              <a:t>Les responsabilités doivent être contractualisées avant lancement réel des flux financiers.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287000" y="63550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28B"/>
                </a:solidFill>
              </a:rPr>
              <a:t>KOWO • 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owo_2_0/assets/kowo-logo-officia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85216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3312" y="704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KOWO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31520" y="20116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Chaque bloc est acceptable si la frontière de responsabilité est claire.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77240" y="3657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8DF"/>
                </a:solidFill>
              </a:rPr>
              <a:t>KOWO organise. Les partenaires habilités exécutent les opérations réglementées.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Jo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Jo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KOWO / YandaTech 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KOWO Activity Blocks</dc:title>
  <dc:subject>KOWO Activity Blocks</dc:subject>
  <dc:creator>KOWO</dc:creator>
  <cp:lastModifiedBy>KOWO</cp:lastModifiedBy>
  <cp:revision>1</cp:revision>
  <dcterms:created xsi:type="dcterms:W3CDTF">2026-07-01T22:13:12Z</dcterms:created>
  <dcterms:modified xsi:type="dcterms:W3CDTF">2026-07-01T22:13:12Z</dcterms:modified>
</cp:coreProperties>
</file>