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pic>
        <p:nvPicPr>
          <p:cNvPr id="3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58368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786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KOWO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19659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</a:rPr>
              <a:t>Regulatory Architecture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713232" y="3840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E8DF"/>
                </a:solidFill>
              </a:rPr>
              <a:t>Architecture cible : KOWO, institution financière, PSP, KYC, wallets et reporting.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3232" y="59984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FFD3"/>
                </a:solidFill>
              </a:rPr>
              <a:t>The trusted infrastructure for community finance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PARTNER-FIRST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Architecture cible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23317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7512" y="2532888"/>
            <a:ext cx="54864" cy="64922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25877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Communauté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0392" y="3026664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Utilisateurs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04872" y="23317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9464" y="2532888"/>
            <a:ext cx="54864" cy="64922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52344" y="25877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Application KOWO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752344" y="3026664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UX + règles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06824" y="23317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71416" y="2532888"/>
            <a:ext cx="54864" cy="64922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54296" y="25877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KYC / règles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654296" y="3026664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Identité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08776" y="23317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73368" y="2532888"/>
            <a:ext cx="54864" cy="64922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56248" y="25877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Institution financière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56248" y="3026664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Wallets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10728" y="23317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75320" y="2532888"/>
            <a:ext cx="54864" cy="64922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58200" y="25877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PSP / rails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458200" y="3026664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Paiements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0012680" y="23317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177272" y="2532888"/>
            <a:ext cx="54864" cy="64922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360152" y="25877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Reporting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0360152" y="3026664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Audit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88720" y="42519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766E"/>
                </a:solidFill>
              </a:rPr>
              <a:t>Flux cible : les fonds utilisateurs ne transitent pas par un compte opérationnel KOWO. KOWO reçoit uniquement sa rémunération de plateforme selon le cadre défini.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DUE DILIGENCE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Questions à valider avec le partenaire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29968"/>
            <a:ext cx="54864" cy="7406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0848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Wallets individuels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" y="25237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Peut-on créer ou rattacher un wallet par utilisateur 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29968"/>
            <a:ext cx="54864" cy="7406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20848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Ségrégation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36592" y="25237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Les fonds utilisateurs sont-ils séparés des revenus KOWO 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1828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02752" y="2029968"/>
            <a:ext cx="54864" cy="7406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0848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Commission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85632" y="25237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La commission KOWO peut-elle être prélevée automatiquement ?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4290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3630168"/>
            <a:ext cx="54864" cy="7406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3685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Caution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87552" y="41239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Le partenaire supporte-t-il le blocage ou réserve d’un montant ?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89120" y="34290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53712" y="3630168"/>
            <a:ext cx="54864" cy="7406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36592" y="3685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KYC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736592" y="41239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Qui porte le KYC et selon quels seuils ?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138160" y="34290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302752" y="3630168"/>
            <a:ext cx="54864" cy="7406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85632" y="3685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Reporting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485632" y="41239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Quels rapports sont disponibles pour audit et conformité ?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o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KOWO / YandaTech 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KOWO Regulatory Architecture</dc:title>
  <dc:subject>KOWO Regulatory Architecture</dc:subject>
  <dc:creator>KOWO</dc:creator>
  <cp:lastModifiedBy>KOWO</cp:lastModifiedBy>
  <cp:revision>1</cp:revision>
  <dcterms:created xsi:type="dcterms:W3CDTF">2026-07-01T22:13:12Z</dcterms:created>
  <dcterms:modified xsi:type="dcterms:W3CDTF">2026-07-01T22:13:12Z</dcterms:modified>
</cp:coreProperties>
</file>