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pic>
        <p:nvPicPr>
          <p:cNvPr id="3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Pitch Deck V2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8DF"/>
                </a:solidFill>
              </a:rPr>
              <a:t>KOWO is the trusted infrastructure for community finance.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998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FFD3"/>
                </a:solidFill>
              </a:rPr>
              <a:t>The trusted infrastructure for community finance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COMMUNITIES MANAGE MONEY TOGETHER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The problem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029968"/>
            <a:ext cx="54864" cy="14264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Still informal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899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Cash, WhatsApp, Excel, paper records and fragile trust.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29968"/>
            <a:ext cx="54864" cy="14264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Hard to govern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2803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No clear rules, weak evidence, low transparency.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94192" y="2029968"/>
            <a:ext cx="54864" cy="142646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Hard to scale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77072" y="2523744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No reliable infrastructure to connect groups and institutions.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INFRASTRUCTURE FOR SHARED MONEY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The platform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2996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Family Funds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2374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2996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Community Groups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2374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2996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0848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Associations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2374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3375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353872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Cooperatives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87552" y="40325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3375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53712" y="3538728"/>
            <a:ext cx="54864" cy="64922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Projects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36592" y="40325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38160" y="33375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02752" y="3538728"/>
            <a:ext cx="54864" cy="64922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Institutional Partners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85632" y="40325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Organize, govern and track money together.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MULTIPLE REVENUE LAYERS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Business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1%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platform fee on selected flows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Premium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794760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advanced tools for groups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B2B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629400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institutional partnerships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235440" y="18288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6404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API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464040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future infrastructure revenue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28800" y="41148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93392" y="4315968"/>
            <a:ext cx="54864" cy="6035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76272" y="437083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Principle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176272" y="4809744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monetizes software and orchestration, not custody of user funds.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trusted infrastructure for community finance.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FFD3"/>
                </a:solidFill>
              </a:rPr>
              <a:t>contact@getkowo.com • getkowo.com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KOWO / YandaTech 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Pitch Deck V2</dc:title>
  <dc:subject>KOWO Pitch Deck V2</dc:subject>
  <dc:creator>KOWO</dc:creator>
  <cp:lastModifiedBy>KOWO</cp:lastModifiedBy>
  <cp:revision>1</cp:revision>
  <dcterms:created xsi:type="dcterms:W3CDTF">2026-07-01T22:13:12Z</dcterms:created>
  <dcterms:modified xsi:type="dcterms:W3CDTF">2026-07-01T22:13:12Z</dcterms:modified>
</cp:coreProperties>
</file>